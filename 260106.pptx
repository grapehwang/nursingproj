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2" d="100"/>
          <a:sy n="102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17485-364F-AD53-065E-81E0DD531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1BEE1E-836C-3C4E-7D86-95E019F68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B3DF3-BEBD-6F21-A78A-6FFA59E1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15AFAE-846B-44AF-576C-1929DFCB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DD8702-85D2-0894-7F7C-8E7BE9A2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943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C8FF6-4A8D-0796-64C8-77EC5FF4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85A999-E302-1FD2-CD62-29E62F4EC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65878C-C588-CC5B-E979-BCC0D822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A0A9F-A1F3-7A67-0390-B19EAE39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F74D6D-9C49-36E2-C06C-A61592BD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523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5C0A3-CB92-A71D-CE72-F130DDB8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B2BA8B-E917-4EF6-9F6C-4C1D4ABAB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E0937A-BA62-290E-CECF-26198E6C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48721A-0206-4F7C-7D35-58E6068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61046-2BF4-08AA-8E54-00EE4434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875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5E1A7-9F41-7A74-F0DE-6AFFE6E4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98317-E5FB-B17F-F78F-239935F9F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12178-2A0E-4573-51B2-978B25E50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71E863-551E-BCCA-29F2-233B9B40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7CDB62-DF84-0C0F-9AE4-070F9E93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BAAEEB-11E5-0A1C-35E3-BDCDE8B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534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3E7D4-68A6-E71C-8856-3A9F233D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84DE96-01FC-7B4A-2E2E-666BE82A2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1B8ACD-A5BD-842B-00F3-B24F05F5A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C10D5F-C7BE-A0EC-4D14-876EA494C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7AF645-5112-30D6-EF92-CC2F1EEB1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04D14B-7D26-11B2-5778-EEC48B54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4CE071-9A62-4B33-0ACC-124EEC74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52371C-6FD8-DBF4-FDF8-53D42091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503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87388-9E56-AC68-C98E-6E97602E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D355D7-03DC-C282-F5FD-893581C4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F3374B-3257-7E3B-2EBE-6BC0A7DB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88B41F-358F-BB2A-C0B2-036338D0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35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01CBEE-9EB9-E9DF-F301-49D906BD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38CEEF-50EC-C259-B2A5-F290AC45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93EA6-6C85-6D91-D437-A2416D14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953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8A684-F6F9-97C9-428A-9E544EC9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1FBCA1-6A88-0CE6-AC1E-6EB93DB6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1BFF2B-0993-31CE-46DA-7C0316F99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34AAB7-DED7-9413-8FBF-6DE250F4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521231-A5D4-83E8-FE98-44B5DEE3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9AB110-17D1-E523-D56F-4EE0873A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469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23DA2-8466-A738-0EDA-3EA9C6E4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AFC26C-B997-0991-AEB9-E697118D4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2EFD5C-738A-74C5-C9CC-4F5DC6F97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6D8879-7851-BDB3-9311-2096608A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491683-80A9-84FE-7761-89FF1051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405DF7-0B6E-6FB0-D3C4-EDD23DE2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6913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FD31E-6F40-0254-4606-B98FB4E7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F7775C-AE20-000A-6377-6000E966A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B8D11-7F4C-A340-CD96-43801A20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C49C05-98FD-506D-2BE4-21C6C7A2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EC96E6-ABDF-4EF1-9A3B-8662D7BA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568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F78B2E-17B0-63B4-99F4-D30354DF9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196F45-52AC-808B-1093-441DB0E4B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2F0B0-2397-B8F0-5B19-32BFF73F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DB2A5-D343-5F5B-44CB-C483D3DF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1FD0B-B546-4E4F-AF13-DB3B1285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877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614D80-A1B8-BCE3-48D3-5960FE72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BE05AC-28E5-76B3-9417-7445769DE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8A8B2E-0455-A793-00A1-7EE9C2D1F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F11DB-A598-A045-A7FB-E0A061033638}" type="datetimeFigureOut">
              <a:rPr kumimoji="1" lang="ko-KR" altLang="en-US" smtClean="0"/>
              <a:t>2026. 1. 6.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C2E2DF-D885-9AA8-0650-2D24B75C8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84AA47-F05F-608B-C3F9-37B04315E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35289-5075-C64B-BDCB-898713397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579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Jys2Ds49VQk?si=UeQeyJ9O4rCC8-J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0B688-0949-273B-33EC-3F416EF3A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260106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C7AAB3-E009-C84F-B44A-7AC3789453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20211333</a:t>
            </a:r>
            <a:r>
              <a:rPr kumimoji="1" lang="ko-KR" altLang="en-US" dirty="0"/>
              <a:t> 박소연</a:t>
            </a:r>
          </a:p>
        </p:txBody>
      </p:sp>
    </p:spTree>
    <p:extLst>
      <p:ext uri="{BB962C8B-B14F-4D97-AF65-F5344CB8AC3E}">
        <p14:creationId xmlns:p14="http://schemas.microsoft.com/office/powerpoint/2010/main" val="113114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9264D-0F0D-BE29-A3E6-B980798D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AI </a:t>
            </a:r>
            <a:r>
              <a:rPr kumimoji="1" lang="ko-KR" altLang="en-US" dirty="0"/>
              <a:t>면접 관련 조사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838BA-F5B0-DF61-F6A1-BCEC6B43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>
                <a:hlinkClick r:id="rId2"/>
              </a:rPr>
              <a:t>https://youtu.be/Jys2Ds49VQk?si=UeQeyJ9O4rCC8-Jt</a:t>
            </a:r>
            <a:br>
              <a:rPr kumimoji="1" lang="en" altLang="ko-KR" dirty="0"/>
            </a:br>
            <a:r>
              <a:rPr kumimoji="1" lang="en-US" altLang="ko-KR" dirty="0"/>
              <a:t>9</a:t>
            </a:r>
            <a:r>
              <a:rPr kumimoji="1" lang="ko-KR" altLang="en-US" dirty="0"/>
              <a:t>개월 전 영상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사람인 </a:t>
            </a:r>
            <a:r>
              <a:rPr kumimoji="1" lang="en-US" altLang="ko-KR" dirty="0"/>
              <a:t>AI</a:t>
            </a:r>
            <a:r>
              <a:rPr kumimoji="1" lang="ko-KR" altLang="en-US" dirty="0"/>
              <a:t> 모의 면접 튜토리얼</a:t>
            </a:r>
            <a:br>
              <a:rPr kumimoji="1" lang="en-US" altLang="ko-KR" dirty="0"/>
            </a:br>
            <a:r>
              <a:rPr kumimoji="1" lang="ko-KR" altLang="en-US" dirty="0"/>
              <a:t>면접자의 답변을 기반으로 새로운 질문을 생성해내기도 함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97A2A9-C872-3B10-B375-86A1F35AB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1" y="3429000"/>
            <a:ext cx="5563669" cy="30080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08913C-CC5D-6950-919E-0F0C443A2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563669" cy="300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4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47109-C661-C6CC-7E4E-72778E02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Gemini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roleplaying </a:t>
            </a:r>
            <a:r>
              <a:rPr kumimoji="1" lang="ko-KR" altLang="en-US" dirty="0"/>
              <a:t>해보기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F01BFAD-8F0C-2D5D-EDB2-3CBA5ECE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영상 촬영 해왔습니다</a:t>
            </a:r>
            <a:r>
              <a:rPr lang="en-US" altLang="ko-KR" dirty="0"/>
              <a:t>….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47</Words>
  <Application>Microsoft Macintosh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260106</vt:lpstr>
      <vt:lpstr>AI 면접 관련 조사 </vt:lpstr>
      <vt:lpstr>Gemini로 roleplaying 해보기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박소연</dc:creator>
  <cp:keywords/>
  <dc:description/>
  <cp:lastModifiedBy>박소연</cp:lastModifiedBy>
  <cp:revision>1</cp:revision>
  <dcterms:created xsi:type="dcterms:W3CDTF">2026-01-06T05:04:53Z</dcterms:created>
  <dcterms:modified xsi:type="dcterms:W3CDTF">2026-01-06T05:40:22Z</dcterms:modified>
  <cp:category/>
</cp:coreProperties>
</file>